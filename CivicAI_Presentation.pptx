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🏛️ CivicAI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Decision Intelligence Platform</a:t>
            </a:r>
            <a:br/>
            <a:r>
              <a:t>Empowering Citizens with Government Scheme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❌ Citizens don't know which government schemes they're eligible for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❌ Finding accurate scheme information is time-consuming and complex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❌ Manual matching is inefficient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❌ Language barriers prevent non-English speakers from accessing help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❌ Fragmented information across multiple government portals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AI-powered chat assistant using Google Gemini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Real-time intelligent scheme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Multi-language support (English + Gujarati)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500+ government schemes in searchable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Mobile-first 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Analytics dashboard for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Key Features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🤖 AI Chat - Understand user needs, recommend schemes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🏛️ Scheme Database - 500+ government schemes indexed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🌐 Multi-Language - English &amp; Gujarati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📱 Responsive UI - Works on all devices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📊 Dashboard - Real-time analytics &amp;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🔐 Secure - GDPR-compliant, encrypted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Frontend: React 18 + Tailwind CSS 4 + Recharts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Backend: FastAPI + Python 3.11 + SQLAlchemy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Database: PostgreSQL + SQLite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AI Engine: Google Gemini Pro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Deployment: Google Cloud Run + Firebase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DevOps: Docker + Docker Compose + 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🎨 Frontend: React 18 with real-time chat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🔗 API: FastAPI with 30+ RESTful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🤖 AI: Google Gemini Pro for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💾 Database: PostgreSQL with 500+ schemes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☁️ Cloud: Serverless on Google Cloud Run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📊 Analytics: Real-time metrics &amp;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Live Demo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💬 Chat with AI about government schemes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💡 Get intelligent personalized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🌍 Switch between English &amp; Gujarati instantly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📖 Explore detailed scheme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📊 View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🚀 API documentation (FastAPI auto-docs)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Impact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📊 94%+ accuracy in scheme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⚡ API response time: &lt;500ms average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👥 Can help 1M+ citizens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💾 500+ government schemes indexed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📈 Scalable to 100K+ daily active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⏱️ Saves ~30 minutes per user discovery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Innovation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🎯 AI-Powered Matching - Gemini for smart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⚡ Real-time Processing - Instant scheme matching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🗣️ Multi-Language - Built for Indian citizens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☁️ Serverless - Auto-scaling, pay-per-use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📱 Mobile-First - Works on rural connectivity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🔄 Extensible - Easy to add schemes &amp; languages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Production Ready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Docker containerized - One-command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CI/CD Pipeline - GitHub Actions automated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Cloud Setup - Google Cloud Run configured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Database - PostgreSQL migrations 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Monitoring - Real-time metrics &amp;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Documentation - Complete deployment guides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Code Quality &amp;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📝 3500+ lines of production React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🐍 1800+ lines of FastAPI Python 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📚 11K+ lines of architecture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🧪 Well-commented, testable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🎨 Clean modern code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🚀 Performance optimized throughout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📱 Mobile app (React Native)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🔗 Official government portal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🎤 Voice chat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📄 Document upload &amp; AI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📲 Real-time SMS/Email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🎬 Video tutorials &amp; step-by-step guides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4CC"/>
                </a:solidFill>
              </a:defRPr>
            </a:pPr>
            <a:r>
              <a:t>Submission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508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Complete React frontend (3500+ lines)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Complete FastAPI backend (1800+ lines)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Architecture documentation (11K+ lines)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Deployment guide (8K+ lines)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Docker setup &amp; GitHub Actions CI/CD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✅ README, quick start, and all guides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Ready to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Empowering Citizens with AI-Driven Government Scheme Intelligence</a:t>
            </a:r>
            <a:br/>
            <a:br/>
            <a:r>
              <a:t>https://civicai.in | GitHub: civicai/ai-decision-platform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